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business tension: executives need why-answers; analytics cycles delay decisions. Kontexa is warehouse-native decision intelligence — not another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workflow slowly. Emphasize personas asking real questions. Each new question restarts SQL/dashboard work. This is the cost center Kontexa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decision latency to CFO/COO language. This is not an IT convenience story — it is operating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attack customers for buying Tableau/Power BI. Acknowledge value, then show the structural gap for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carefully: dashboards are not obsolete. They monitor. Kontexa reasons. Together they form the modern analytics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will ask this. Be crisp: LLMs are the interface; enterprises need a governed reasoning engine connected to their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Kontexa collapses the analytics ticket loop into an evidence program that executives can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product architecture told as a business process. Emphasize hypotheses and insufficiency as trust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presenting live, swap mockups for product screens. Story: ask → plan → evidence → charts → hypotheses → executive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visual slide. Pause here. Before = ticket factory. After = minutes to evidence-backed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Grand View Research BI Software Market (2025–2033); Fortune Business Insights Decision Intelligence (2025–2032); FMI Augmented Analytics adjacent; Gartner software spend ~$1.25T (2025). SOM is Kontexa bottom-up beachhead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platform vision: assistants as interface, Kontexa as reasoning engine. Ask for pilot / partnership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ntex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731520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Segoe UI"/>
              </a:rPr>
              <a:t>Enterprise leaders ask “why.” Analysts write SQL. Decisions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Kontexa turns business questions into warehouse-proven explanations.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5212080"/>
            <a:ext cx="4572000" cy="777240"/>
          </a:xfrm>
          <a:prstGeom prst="roundRect">
            <a:avLst>
              <a:gd name="adj" fmla="val 10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3766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Segoe UI"/>
              </a:rPr>
              <a:t>Founder  ·  Parth Harduley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Investor &amp; Enterprise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The enterprise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Every urgent “why” becomes another analytics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VP Sales · VP Marketing · CFO · COO · Strategy · PMs · Business Analysts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23160"/>
            <a:ext cx="2148840" cy="28803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6060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Business
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“Why did revenue
decline?”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77440" y="3657600"/>
            <a:ext cx="292608" cy="18288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79" y="2423160"/>
            <a:ext cx="2148840" cy="28803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39" y="26060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246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Ticket to
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40233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Queue · priority
· wait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09159" y="3657600"/>
            <a:ext cx="292608" cy="18288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423160"/>
            <a:ext cx="2148840" cy="28803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6060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46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SQL &amp;
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0233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Queries · reports
· rebuilds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40880" y="3657600"/>
            <a:ext cx="292608" cy="18288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19" y="2423160"/>
            <a:ext cx="2148840" cy="28803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26060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246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Follow-up
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0233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New tickets.
Same loop.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72599" y="3657600"/>
            <a:ext cx="292608" cy="182880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2423160"/>
            <a:ext cx="2148840" cy="288036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606040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24612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Delayed
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0233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Segoe UI"/>
              </a:rPr>
              <a:t>Days or weeks
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Segoe UI"/>
              </a:rPr>
              <a:t>The bottleneck is not data. It is the human analytics loop between question and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Time-to-decision is a P&amp;L variable.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440680" cy="160020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09728" cy="160020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Segoe UI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Missed interventions while teams wait for the next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40680" cy="160020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109728" cy="1600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Segoe UI"/>
              </a:rPr>
              <a:t>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Margin leaks persist across another analytics sprint.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5440680" cy="160020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109728" cy="160020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Segoe UI"/>
              </a:rP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Churn drivers stay opaque until after the damage.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440680" cy="160020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109728" cy="1600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Segoe UI"/>
              </a:rPr>
              <a:t>Advantage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Competitors who decide faster set the market pace.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Existing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Enterprises already bought tools. The loop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What it does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Where the loop breaks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Dashboards &amp;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Monitor known KPIs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Cannot investigate new “why” questions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4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Analytics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Deep SQL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Finite capacity; every ask becomes a ticket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15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Text-to-SQL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315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Faster query drafting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15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Brittle answers; weak evidence &amp;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3776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Generic AI assistants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Fluent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No warehouse proof; risk of invented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The monitoring vs reasoning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Why dashboards are no longer enough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Dashboards excel at…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Tracking known KPIs in real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Shared visibility across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Trend monitoring &amp; alerting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Operational scorecards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Segoe UI"/>
              </a:rPr>
              <a:t>They struggle with…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New “why / explain / investigate” 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Competing hypotheses under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Evidence tied to warehouse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091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●  Board-ready causal honesty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Segoe UI"/>
              </a:rPr>
              <a:t>Kontexa is the reasoning layer that complements dashboards — and grounds AI assistants in warehouse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Enterprise decision intelligence requires more than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Why not ChatGPT / generic 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Generic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Kontexa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566928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Warehouse 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Usually absent / ad hoc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Native evidence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11155680" cy="566928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Governed business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Prompt memory ≠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Approved catalogue authority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39"/>
            <a:ext cx="11155680" cy="566928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Evidence-backed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Narrative can invent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Claims tied to query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89120"/>
            <a:ext cx="11155680" cy="566928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Explainable conclusions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Hard to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Hypotheses · purpose · unknowns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29200"/>
            <a:ext cx="11155680" cy="566928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Segoe UI"/>
              </a:rPr>
              <a:t>Decision-grade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Sounds certain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Honest insufficiency when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Kontexa: from business question to proven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An evidence-driven, warehouse-native decision intelligence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7432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Segoe U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Leaders ask in business language — no ticket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46888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743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Segoe U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114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GPT builds an investigation with competing hypotheses.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6888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80" y="27432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661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Segoe UI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Warehouse evidence validates or weakens each claim.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46888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2743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5661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Segoe UI"/>
              </a:rP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114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Executives get explanation, confidence, and unknowns.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Six steps from question to executive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How Kontexa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Business
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Natural language
from the leader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3566160"/>
            <a:ext cx="256032" cy="164592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Catalogue
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Approved semantics
&amp; definitions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3566160"/>
            <a:ext cx="256032" cy="164592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2039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39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Investigation
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Competing
hypotheses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3599" y="3566160"/>
            <a:ext cx="256032" cy="164592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19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7999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7999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Warehouse
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SQL evidence
requests executed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09559" y="3566160"/>
            <a:ext cx="256032" cy="164592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79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23959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59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Evidence
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Purpose-tagged
results packed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875519" y="3566160"/>
            <a:ext cx="256032" cy="164592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49840" y="2103120"/>
            <a:ext cx="1828800" cy="33832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89920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Executive
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9319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Confidence &amp;
unknowns stated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B8A6"/>
                </a:solidFill>
                <a:latin typeface="Segoe UI"/>
              </a:rPr>
              <a:t>GPT plans. The warehouse proves. Narrative never invents support.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From ask to board-ready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Product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59"/>
            <a:ext cx="3520440" cy="1980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79475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7451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ck-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59"/>
            <a:ext cx="3520440" cy="1980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60" y="379475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Ask 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ck-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965959"/>
            <a:ext cx="3520440" cy="19802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379475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Evidence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6907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ck-cha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60519"/>
            <a:ext cx="3520440" cy="1980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598931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06907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ock-investig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4160519"/>
            <a:ext cx="3520440" cy="19802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51960" y="598931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Investigation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069079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ock-execut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160519"/>
            <a:ext cx="3520440" cy="19802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38160" y="5989319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Executive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The transformation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What changes for the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11430000" cy="1965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Segoe UI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Executive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asks why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2880360"/>
            <a:ext cx="228600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39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59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Analyst
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59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queued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2880360"/>
            <a:ext cx="228600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59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SQL &amp;
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built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59" y="2880360"/>
            <a:ext cx="228600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79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shared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26679" y="2880360"/>
            <a:ext cx="228600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Follow-ups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restart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01200" y="2880360"/>
            <a:ext cx="228600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0" y="2423160"/>
            <a:ext cx="173736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delayed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69080"/>
            <a:ext cx="11430000" cy="196596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AFTER KONTEXA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Executive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03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asks why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560320" y="5074920"/>
            <a:ext cx="256032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80360" y="4617720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47548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Kontexa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303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plans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800600" y="5074920"/>
            <a:ext cx="256032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20640" y="4617720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47548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Warehouse
investigation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5303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runs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40880" y="5074920"/>
            <a:ext cx="256032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60920" y="4617720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7548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Evidence
explanation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303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proven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81160" y="5074920"/>
            <a:ext cx="256032" cy="146304"/>
          </a:xfrm>
          <a:prstGeom prst="rightArrow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01200" y="4617720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20" y="47548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Confident
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5303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minutes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365760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68680"/>
            <a:ext cx="777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Segoe UI"/>
              </a:rPr>
              <a:t>TAM · SAM ·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Market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65960"/>
            <a:ext cx="8503920" cy="11887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</a:rPr>
              <a:t>$40.1B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Global BI Software (2025) → $81.5B by 2033 · CAGR 9.3%  ·  Grand View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337560"/>
            <a:ext cx="7040880" cy="118872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Segoe U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</a:rPr>
              <a:t>$19.4B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11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Decision Intelligence (2025) → $57.8B by 2032 · CAGR 16.9%  ·  Fortune Business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709160"/>
            <a:ext cx="5212080" cy="114300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</a:rPr>
              <a:t>$0.6–1.0B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83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Beachhead: large-enterprise warehouse-native decision layer (5–7 yr)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ntex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200" y="914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Kontexa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</a:rPr>
              <a:t>The warehouse-native reasoning engine behind enterprise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As leaders interact through AI assistants (Claude and others), Kontexa becomes the governed evidence layer — not another standalone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Near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Own WHY / EXPLAIN for cloud warehouse enterprises.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9184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520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Medium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Embed decision workflows in finance, growth, and 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51F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520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Segoe UI"/>
              </a:rPr>
              <a:t>Long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Segoe UI"/>
              </a:rPr>
              <a:t>Power assistant experiences with warehouse-proven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Segoe UI"/>
              </a:rPr>
              <a:t>Business Intelligence Made Easy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Parth Harduley  ·  Founder  ·  Let’s collapse the distance between question and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Kontexa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
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Kontexa is an evidence-driven, warehouse-native decision intelligence platform. We help enterprises move from dashboards and SQL queues to explainable, executive-grade business reasoning. Founder: Parth Harduley. Tagline: Business Intelligence Made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framing: BI stacks optimized for visualization, not reasoning. CIOs face analyst scarcity, inconsistent metric definitions, and GenAI tools that hallucinate numbers. Kontexa's wedge: trustworthy answers grounded in warehouse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Gartner Forecasts Worldwide IT Spending (Jan 2025 update) — software spending ~USD 1.25T in 2025, +14.2% growth. Market timing: cloud warehouses + GenAI UX + governance pressure = demand for evidence-bound decision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landscape without naming Kontexa yet: visualization platforms, metrics layers, text-to-SQL, and LLM copilots. Gap: no product that plans an evidence program, executes against the warehouse, and narrates with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Positioning: evidence-driven, warehouse-native decision intelligence. Not another dashboard. Not an unconstrained chatbot. Value prop: explainable executive-grade business reasoning grounded in warehouse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Architecture: Question → Approved Catalogue → GPT StructuredSemanticPlanner → Canonical OR Investigation → SQL → Warehouse → Narrative. Investigation mode adds hypotheses, evidence purpose, and insufficiency metadata without changing warehouse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Transformation story for CIO / CFO: reduce decision latency, increase trust, and convert analytics spend into explainable action. Use a live demo anecdote (e.g., desktop traffic WHY with hypotheses + warehouse proof) when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SOURCES (cite on request):</a:t>
            </a:r>
          </a:p>
          <a:p>
            <a:r>
              <a:t>• TAM — Grand View Research, Business Intelligence Software Market: USD 40.1B in 2025; USD 81.5B by 2033; CAGR 9.3% (2026–2033). https://www.grandviewresearch.com/industry-analysis/business-intelligence-software-market</a:t>
            </a:r>
          </a:p>
          <a:p>
            <a:r>
              <a:t>• SAM — Fortune Business Insights, Decision Intelligence Market: USD 16.79B (2024); USD 19.38B (2025); USD 57.75B by 2032; CAGR 16.9%. North America ~28.6% share (2024). https://www.fortunebusinessinsights.com/decision-intelligence-market-108592</a:t>
            </a:r>
          </a:p>
          <a:p>
            <a:r>
              <a:t>• Adjacent — Future Market Insights, Augmented Analytics: USD 12.8B (2025) → USD 84.3B (2035), CAGR 20.7%.</a:t>
            </a:r>
          </a:p>
          <a:p>
            <a:r>
              <a:t>• Macro — Gartner worldwide software spending ~USD 1.25T in 2025 (+~14% YoY).</a:t>
            </a:r>
          </a:p>
          <a:p>
            <a:r>
              <a:t>• SOM — Kontexa bottom-up beachhead estimate: large enterprises adopting warehouse-native NL decision intelligence (subset of DI / augmented analytics in NA + EU cloud warehouse accounts). Not a third-party published SOM — methodology disclosed for diligence.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Differentiation: Kontexa combines catalogue governance, GPT planning authority, warehouse execution fidelity, and narrative honesty (evidence vs hypotheses vs unknowns). Competitors optimize for viz, SQL generation, or fluent chat — not closed-loop decision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ask for the partnership / pilot conversation. Emphasize trust, governance, and warehouse proof. References for diligence packet:</a:t>
            </a:r>
          </a:p>
          <a:p>
            <a:r>
              <a:t>1. Grand View Research — Business Intelligence Software Market (2025–2033).</a:t>
            </a:r>
          </a:p>
          <a:p>
            <a:r>
              <a:t>2. Fortune Business Insights — Decision Intelligence Market (2025–2032).</a:t>
            </a:r>
          </a:p>
          <a:p>
            <a:r>
              <a:t>3. Future Market Insights — Augmented Analytics Market (2025–2035).</a:t>
            </a:r>
          </a:p>
          <a:p>
            <a:r>
              <a:t>4. Gartner — Worldwide IT Spending forecast (software growth 2025).</a:t>
            </a:r>
          </a:p>
          <a:p>
            <a:r>
              <a:t>5. Gartner Magic Quadrant for Analytics and BI Platforms (market context).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ntex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7498079" cy="19682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39776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Segoe UI"/>
              </a:rPr>
              <a:t>Evidence-driven decision intelligence for the enterprise warehouse.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Investor &amp; Enterprise Briefing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5212080"/>
            <a:ext cx="4206240" cy="77724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349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Founder  ·  Parth Harduley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384048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14400"/>
            <a:ext cx="822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Segoe UI"/>
              </a:rPr>
              <a:t>Enterprises are drowning in data — and starving for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B8A6"/>
                </a:solidFill>
                <a:latin typeface="Segoe UI"/>
              </a:rPr>
              <a:t>The industry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Dashboards ≠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Charts show what happened.
Executives need why — and what to 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8600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25603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2004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SQL is a 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97763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Every urgent question waits
on an analyst or a ticket queue.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8600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256032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Black-box AI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3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Chatbots invent metrics.
Leaders cannot trust unverifiable claims.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8600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72600" y="25603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32004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Evidence is fragmented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97763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Metrics, definitions, and
narrative live in different tools.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384048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14400"/>
            <a:ext cx="822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Segoe UI"/>
              </a:rPr>
              <a:t>Why this problem is urgent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476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Cloud warehouses matured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5856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Snowflake, BigQuery, Databricks made governed data accessible — but not explainable.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39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9923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GenAI raised expectations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1012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Boards expect natural-language answers. Accuracy &amp; governance became table stakes.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50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Decision latency costs 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616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Missed revenue, margin leaks, and risk hide in weeks of analysis debt.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37759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663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0235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IT spend is shifting to software +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41324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Gartner: worldwide software spend ~$1.25T in 2025 (+14% YoY). Analytics is a primary AI surface.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384048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14400"/>
            <a:ext cx="822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Segoe UI"/>
              </a:rPr>
              <a:t>Existing solutions — and where they break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8745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Critical limitation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Classic BI
(Tableau, Power BI)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68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Visualization &amp;
self-serve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4688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Stops at charts — weak on
why / investigate / explain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00400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Semantic layers
&amp; metrics stores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3375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Governed definitions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3375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Still require analysts to
assemble reasoning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79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0623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Text-to-SQL / chat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206239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Fast NL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20623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Hallucinations, brittle SQL,
no evidence program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37759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7491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Generic LLM copilots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074919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Fluent narrative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07491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Not warehouse-native;
cannot prove 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384048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14400"/>
            <a:ext cx="822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Segoe UI"/>
              </a:rPr>
              <a:t>Kontexa: warehouse-native decision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From question → governed catalogue → evidence plan → warehouse proof → executive narrative.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Segoe UI"/>
              </a:rPr>
              <a:t>Semantic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Approved business catalogue is the source of truth — not keyword guessing.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Segoe UI"/>
              </a:rPr>
              <a:t>Evidence programs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WHY/EXPLAIN plans emit hypotheses, purposes, and SQL evidence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Segoe UI"/>
              </a:rPr>
              <a:t>Faithful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Runtime executes warehouse queries only — no invented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51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Segoe UI"/>
              </a:rPr>
              <a:t>Executive narrative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09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Answers distinguish evidence, unknowns, and untestable claims.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384048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14400"/>
            <a:ext cx="822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Segoe UI"/>
              </a:rPr>
              <a:t>How Kontexa works — the reasoning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48840"/>
            <a:ext cx="2103120" cy="30632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4231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87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Natural language
business ask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77440" y="3474720"/>
            <a:ext cx="320040" cy="201168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148840"/>
            <a:ext cx="2103120" cy="30632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24231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487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Catalogue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Approved semantic
source of truth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09160" y="3474720"/>
            <a:ext cx="320040" cy="201168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74920" y="2148840"/>
            <a:ext cx="2103120" cy="30632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0" y="24231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487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GPT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Canonical or
InvestigationPlan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40880" y="3474720"/>
            <a:ext cx="320040" cy="201168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6640" y="2148840"/>
            <a:ext cx="2103120" cy="30632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3880" y="24231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2487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Execute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SQL → Warehouse
evidence packs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72600" y="3474720"/>
            <a:ext cx="320040" cy="201168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38359" y="2148840"/>
            <a:ext cx="2103120" cy="30632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15599" y="24231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599" y="2487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Executive answer
with provenance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B8A6"/>
                </a:solidFill>
                <a:latin typeface="Segoe UI"/>
              </a:rPr>
              <a:t>GPT plans. The warehouse proves. Narrative never invents support.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384048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14400"/>
            <a:ext cx="822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Segoe UI"/>
              </a:rPr>
              <a:t>Customer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3F5E"/>
                </a:solidFill>
                <a:latin typeface="Segoe U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▾  Dashboard sprawl with conflicting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▾  Days of analyst cycles for a single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▾  Chat answers without row-level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▾  Executives debate opinions, not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▾  Causal claims without stated unknowns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AFTER KONTEXA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▸  One governed semantic catalogue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0632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▸  Minutes to evidence-backed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66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▸  Every claim tied to warehouse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▸  Executive narrative ready for the 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572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▸  Hypotheses, gaps, and confidence made explicit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384048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14400"/>
            <a:ext cx="822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Segoe UI"/>
              </a:rPr>
              <a:t>Market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783080"/>
            <a:ext cx="8138160" cy="12344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965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Segoe U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$40.1B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11680"/>
            <a:ext cx="438912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Global Business Intelligence Software (2025)
→ $81.5B by 2033 · CAGR 9.3%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200400"/>
            <a:ext cx="6675120" cy="12344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3383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Segoe UI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337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$19.4B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29000"/>
            <a:ext cx="292608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Decision Intelligence platforms (2025)
→ $57.8B by 2032 · CAGR 16.9%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61772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4800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Segoe UI"/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754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$0.6–1.0B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846320"/>
            <a:ext cx="109728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Near-term beachhead: large-enterprise NL decision layer
on cloud warehouses (5–7 yr obtainable)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384048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14400"/>
            <a:ext cx="822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Segoe UI"/>
              </a:rPr>
              <a:t>Competitive differentiation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Segoe UI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8288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8288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Text-to-SQL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79" y="18288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LLM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19" y="18288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Segoe UI"/>
              </a:rPr>
              <a:t>Kontexa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Segoe UI"/>
              </a:rPr>
              <a:t>Governed semantic catalogue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23957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8036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9008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Segoe UI"/>
              </a:rPr>
              <a:t>Evidence program for 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99008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99008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299008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19" y="29900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7472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8444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Segoe UI"/>
              </a:rPr>
              <a:t>Warehouse-proven answers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58444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58444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358444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19" y="35844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06908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17880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Segoe UI"/>
              </a:rPr>
              <a:t>Hypotheses + insufficiency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1788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1788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79" y="41788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19" y="41788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66344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77316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Segoe UI"/>
              </a:rPr>
              <a:t>Executive narrative w/ provenance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47731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7731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79" y="47731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19" y="47731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25780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36752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Segoe UI"/>
              </a:rPr>
              <a:t>No invented metrics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367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Segoe U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5367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5367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19" y="53675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● strong   △ partial   ○ weak / absent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Segoe UI"/>
              </a:rPr>
              <a:t>Kontexa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The enterprise operating system for explainable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Vision: every board question answered with warehouse evidence, explicit hypotheses, and honest unknowns — in minutes, not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7490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Near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605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Own WHY / EXPLAIN / INVESTIGATE for cloud warehouse enterprises.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5661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7490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Medium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1605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Decision workflows embedded in finance, growth, and ops rituals.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5661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7490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Long 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1605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Default enterprise layer between executives and governed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Segoe UI"/>
              </a:rPr>
              <a:t>Business Intelligence Made Easy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Parth Harduley  ·  Founder  ·  Let’s build the decision layer enterprises can 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